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9"/>
  </p:notesMasterIdLst>
  <p:sldIdLst>
    <p:sldId id="258" r:id="rId5"/>
    <p:sldId id="260" r:id="rId6"/>
    <p:sldId id="262" r:id="rId7"/>
    <p:sldId id="263" r:id="rId8"/>
  </p:sldIdLst>
  <p:sldSz cx="12192000" cy="6858000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Josefin Sans" panose="020B0604020202020204" charset="0"/>
      <p:regular r:id="rId18"/>
      <p:bold r:id="rId19"/>
      <p:italic r:id="rId20"/>
      <p:boldItalic r:id="rId21"/>
    </p:embeddedFont>
    <p:embeddedFont>
      <p:font typeface="Montserrat Medium" panose="00000600000000000000" pitchFamily="2" charset="0"/>
      <p:regular r:id="rId22"/>
      <p:italic r:id="rId23"/>
    </p:embeddedFont>
    <p:embeddedFont>
      <p:font typeface="Montserrat SemiBold" panose="00000700000000000000" pitchFamily="2" charset="0"/>
      <p:bold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4472C4"/>
    <a:srgbClr val="2F2F2F"/>
    <a:srgbClr val="000000"/>
    <a:srgbClr val="DA8700"/>
    <a:srgbClr val="FF0000"/>
    <a:srgbClr val="95969E"/>
    <a:srgbClr val="09FF09"/>
    <a:srgbClr val="D77D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4"/>
  </p:normalViewPr>
  <p:slideViewPr>
    <p:cSldViewPr snapToGrid="0" snapToObjects="1" showGuides="1">
      <p:cViewPr>
        <p:scale>
          <a:sx n="100" d="100"/>
          <a:sy n="100" d="100"/>
        </p:scale>
        <p:origin x="990" y="780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88D20-F615-451A-B845-BBFED47B9092}" type="datetimeFigureOut">
              <a:rPr lang="en-GB" smtClean="0"/>
              <a:t>17/02/2022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EE670-2A69-44BC-B3C2-6E6B0E83F1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66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(Gener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6233258-97FC-4C5F-ABE7-460D225EE99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AF2942-A933-0B46-8BC4-B380DD56D1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0560" y="2529840"/>
            <a:ext cx="6950075" cy="579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600" b="0" spc="0">
                <a:solidFill>
                  <a:schemeClr val="bg1"/>
                </a:solidFill>
                <a:latin typeface="Josefin Sans" pitchFamily="2" charset="77"/>
              </a:defRPr>
            </a:lvl1pPr>
          </a:lstStyle>
          <a:p>
            <a:pPr lvl="0"/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6C5CEE6-EC2F-F248-84F5-FD22861282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0559" y="3169285"/>
            <a:ext cx="6950075" cy="579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0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MASTER SUBHEAD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0559" y="4723765"/>
            <a:ext cx="6950075" cy="579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Date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 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into</a:t>
            </a:r>
            <a:r>
              <a:rPr lang="en-GB" sz="1000" b="1" i="0" dirty="0">
                <a:solidFill>
                  <a:schemeClr val="accent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1F2A1C-D7F1-F644-A25F-7066BCDAC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671EFA-5F4D-491C-ABFC-1435DCDDB5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06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1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(Gener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6233258-97FC-4C5F-ABE7-460D225EE99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AF2942-A933-0B46-8BC4-B380DD56D1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0560" y="2529840"/>
            <a:ext cx="6950075" cy="579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600" b="0" spc="0">
                <a:solidFill>
                  <a:schemeClr val="bg1"/>
                </a:solidFill>
                <a:latin typeface="Josefin Sans" pitchFamily="2" charset="77"/>
              </a:defRPr>
            </a:lvl1pPr>
          </a:lstStyle>
          <a:p>
            <a:pPr lvl="0"/>
            <a:r>
              <a:rPr lang="en-GB" dirty="0"/>
              <a:t>MASTER TITLE STYLE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6C5CEE6-EC2F-F248-84F5-FD22861282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0559" y="3169285"/>
            <a:ext cx="6950075" cy="579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0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MASTER SUBHEAD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0559" y="4723765"/>
            <a:ext cx="6950075" cy="5794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Date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 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into</a:t>
            </a:r>
            <a:r>
              <a:rPr lang="en-GB" sz="1000" b="1" i="0" dirty="0">
                <a:solidFill>
                  <a:schemeClr val="accent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1F2A1C-D7F1-F644-A25F-7066BCDAC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5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Layout Slide (Dark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chemeClr val="bg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chemeClr val="bg2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 Ltd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2F9A67-7034-604D-AD9B-B35AFC1ED6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BD403A4-7407-427F-BB61-739D1B2418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236" y="1451791"/>
            <a:ext cx="10550018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CHART TITLE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BD1976-2C05-433D-8E6B-AEBD896B1E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152794"/>
            <a:ext cx="10550018" cy="350996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Montserrat Medium" panose="00000600000000000000" pitchFamily="2" charset="0"/>
              </a:defRPr>
            </a:lvl1pPr>
            <a:lvl2pPr>
              <a:buClr>
                <a:srgbClr val="DA8700"/>
              </a:buClr>
              <a:defRPr sz="1800">
                <a:solidFill>
                  <a:schemeClr val="bg1"/>
                </a:solidFill>
                <a:latin typeface="Montserrat Medium" panose="00000600000000000000" pitchFamily="2" charset="0"/>
              </a:defRPr>
            </a:lvl2pPr>
            <a:lvl3pPr>
              <a:buClr>
                <a:srgbClr val="DA8700"/>
              </a:buClr>
              <a:defRPr sz="1600">
                <a:solidFill>
                  <a:schemeClr val="bg1"/>
                </a:solidFill>
                <a:latin typeface="Montserrat Medium" panose="00000600000000000000" pitchFamily="2" charset="0"/>
              </a:defRPr>
            </a:lvl3pPr>
            <a:lvl4pPr>
              <a:buClr>
                <a:srgbClr val="DA8700"/>
              </a:buClr>
              <a:defRPr sz="1400">
                <a:solidFill>
                  <a:schemeClr val="bg1"/>
                </a:solidFill>
                <a:latin typeface="Montserrat Medium" panose="00000600000000000000" pitchFamily="2" charset="0"/>
              </a:defRPr>
            </a:lvl4pPr>
            <a:lvl5pPr>
              <a:buClr>
                <a:srgbClr val="DA8700"/>
              </a:buClr>
              <a:defRPr sz="1400">
                <a:solidFill>
                  <a:schemeClr val="bg1"/>
                </a:solidFill>
                <a:latin typeface="Montserrat Medium" panose="00000600000000000000" pitchFamily="2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EE8EEE49-0FA3-43E6-B7D7-47FA17C5B69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chemeClr val="bg2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62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Layout Slide (Light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rgbClr val="2F2F2F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D3305E-BF19-374D-8E88-84A32F2C5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419343C-36F7-47DA-A9EC-4961DF41DD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236" y="1451791"/>
            <a:ext cx="10550018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CHART TITLE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8D7CDB-1962-4073-8263-C7675DF198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152794"/>
            <a:ext cx="10550018" cy="350996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2F2F2F"/>
                </a:solidFill>
                <a:latin typeface="Montserrat Medium" panose="00000600000000000000" pitchFamily="2" charset="0"/>
              </a:defRPr>
            </a:lvl1pPr>
            <a:lvl2pPr>
              <a:buClr>
                <a:srgbClr val="DA8700"/>
              </a:buClr>
              <a:defRPr sz="1800">
                <a:solidFill>
                  <a:srgbClr val="2F2F2F"/>
                </a:solidFill>
                <a:latin typeface="Montserrat Medium" panose="00000600000000000000" pitchFamily="2" charset="0"/>
              </a:defRPr>
            </a:lvl2pPr>
            <a:lvl3pPr>
              <a:buClr>
                <a:srgbClr val="DA8700"/>
              </a:buClr>
              <a:defRPr sz="1600">
                <a:solidFill>
                  <a:srgbClr val="2F2F2F"/>
                </a:solidFill>
                <a:latin typeface="Montserrat Medium" panose="00000600000000000000" pitchFamily="2" charset="0"/>
              </a:defRPr>
            </a:lvl3pPr>
            <a:lvl4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4pPr>
            <a:lvl5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F337A929-E10C-403E-91E4-E16490FC91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45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Layout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rgbClr val="2F2F2F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236" y="1451791"/>
            <a:ext cx="10550018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CHART TITLE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D3305E-BF19-374D-8E88-84A32F2C5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F616713-90DA-4604-AC3F-5B92147FC2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152794"/>
            <a:ext cx="10550018" cy="350996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2F2F2F"/>
                </a:solidFill>
                <a:latin typeface="Montserrat Medium" panose="00000600000000000000" pitchFamily="2" charset="0"/>
              </a:defRPr>
            </a:lvl1pPr>
            <a:lvl2pPr>
              <a:buClr>
                <a:srgbClr val="DA8700"/>
              </a:buClr>
              <a:defRPr sz="1800">
                <a:solidFill>
                  <a:srgbClr val="2F2F2F"/>
                </a:solidFill>
                <a:latin typeface="Montserrat Medium" panose="00000600000000000000" pitchFamily="2" charset="0"/>
              </a:defRPr>
            </a:lvl2pPr>
            <a:lvl3pPr>
              <a:buClr>
                <a:srgbClr val="DA8700"/>
              </a:buClr>
              <a:defRPr sz="1600">
                <a:solidFill>
                  <a:srgbClr val="2F2F2F"/>
                </a:solidFill>
                <a:latin typeface="Montserrat Medium" panose="00000600000000000000" pitchFamily="2" charset="0"/>
              </a:defRPr>
            </a:lvl3pPr>
            <a:lvl4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4pPr>
            <a:lvl5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E67E89E0-1401-4226-A431-D0DF356C87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20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nu/Bullet Slide (Dark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F818A-B9D0-4449-AF17-DDA1E9B7B4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5763" y="1589088"/>
            <a:ext cx="6083300" cy="350996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Montserrat Medium" panose="00000600000000000000" pitchFamily="2" charset="0"/>
              </a:defRPr>
            </a:lvl1pPr>
            <a:lvl2pPr>
              <a:buClr>
                <a:srgbClr val="DA8700"/>
              </a:buClr>
              <a:defRPr sz="1800">
                <a:solidFill>
                  <a:schemeClr val="bg1"/>
                </a:solidFill>
                <a:latin typeface="Montserrat Medium" panose="00000600000000000000" pitchFamily="2" charset="0"/>
              </a:defRPr>
            </a:lvl2pPr>
            <a:lvl3pPr>
              <a:buClr>
                <a:srgbClr val="DA8700"/>
              </a:buClr>
              <a:defRPr sz="1600">
                <a:solidFill>
                  <a:schemeClr val="bg1"/>
                </a:solidFill>
                <a:latin typeface="Montserrat Medium" panose="00000600000000000000" pitchFamily="2" charset="0"/>
              </a:defRPr>
            </a:lvl3pPr>
            <a:lvl4pPr>
              <a:buClr>
                <a:srgbClr val="DA8700"/>
              </a:buClr>
              <a:defRPr sz="1400">
                <a:solidFill>
                  <a:schemeClr val="bg1"/>
                </a:solidFill>
                <a:latin typeface="Montserrat Medium" panose="00000600000000000000" pitchFamily="2" charset="0"/>
              </a:defRPr>
            </a:lvl4pPr>
            <a:lvl5pPr>
              <a:buClr>
                <a:srgbClr val="DA8700"/>
              </a:buClr>
              <a:defRPr sz="1400">
                <a:solidFill>
                  <a:schemeClr val="bg1"/>
                </a:solidFill>
                <a:latin typeface="Montserrat Medium" panose="00000600000000000000" pitchFamily="2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0"/>
            <a:r>
              <a:rPr lang="en-US" dirty="0"/>
              <a:t>Bullet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55157-B623-6E45-9F33-6451E841E560}"/>
              </a:ext>
            </a:extLst>
          </p:cNvPr>
          <p:cNvSpPr/>
          <p:nvPr userDrawn="1"/>
        </p:nvSpPr>
        <p:spPr>
          <a:xfrm>
            <a:off x="0" y="0"/>
            <a:ext cx="301466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2371827" cy="34685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MASTER SUBHEAD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 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into</a:t>
            </a:r>
            <a:r>
              <a:rPr lang="en-GB" sz="1000" b="1" i="0" dirty="0">
                <a:solidFill>
                  <a:schemeClr val="accent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2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chemeClr val="bg2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 Ltd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38FAA2-EC28-FB4E-8301-D5EDF169A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9DDAEB7A-160E-44C3-A44C-86D433B2B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chemeClr val="bg2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16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nu/Bullet Slide (Light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55157-B623-6E45-9F33-6451E841E560}"/>
              </a:ext>
            </a:extLst>
          </p:cNvPr>
          <p:cNvSpPr/>
          <p:nvPr userDrawn="1"/>
        </p:nvSpPr>
        <p:spPr>
          <a:xfrm>
            <a:off x="0" y="0"/>
            <a:ext cx="3014663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2371827" cy="34685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MASTER SUBHEAD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 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into</a:t>
            </a:r>
            <a:r>
              <a:rPr lang="en-GB" sz="1000" b="1" i="0" dirty="0">
                <a:solidFill>
                  <a:schemeClr val="accent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0BAFB9-B85B-F84E-A9AC-D94164146B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2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12F549-7F55-4217-B40E-361FBDF593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5763" y="1589088"/>
            <a:ext cx="6083300" cy="350996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2F2F2F"/>
                </a:solidFill>
                <a:latin typeface="Montserrat Medium" panose="00000600000000000000" pitchFamily="2" charset="0"/>
              </a:defRPr>
            </a:lvl1pPr>
            <a:lvl2pPr>
              <a:buClr>
                <a:srgbClr val="DA8700"/>
              </a:buClr>
              <a:defRPr sz="1800">
                <a:solidFill>
                  <a:srgbClr val="2F2F2F"/>
                </a:solidFill>
                <a:latin typeface="Montserrat Medium" panose="00000600000000000000" pitchFamily="2" charset="0"/>
              </a:defRPr>
            </a:lvl2pPr>
            <a:lvl3pPr>
              <a:buClr>
                <a:srgbClr val="DA8700"/>
              </a:buClr>
              <a:defRPr sz="1600">
                <a:solidFill>
                  <a:srgbClr val="2F2F2F"/>
                </a:solidFill>
                <a:latin typeface="Montserrat Medium" panose="00000600000000000000" pitchFamily="2" charset="0"/>
              </a:defRPr>
            </a:lvl3pPr>
            <a:lvl4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4pPr>
            <a:lvl5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36435ED-9FEB-4167-A2F4-881081D7756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3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nu/Bullet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55157-B623-6E45-9F33-6451E841E560}"/>
              </a:ext>
            </a:extLst>
          </p:cNvPr>
          <p:cNvSpPr/>
          <p:nvPr userDrawn="1"/>
        </p:nvSpPr>
        <p:spPr>
          <a:xfrm>
            <a:off x="0" y="0"/>
            <a:ext cx="3014663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2371827" cy="34685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MASTER SUBHEAD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 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into</a:t>
            </a:r>
            <a:r>
              <a:rPr lang="en-GB" sz="1000" b="1" i="0" dirty="0">
                <a:solidFill>
                  <a:schemeClr val="accent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0BAFB9-B85B-F84E-A9AC-D94164146B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2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12F549-7F55-4217-B40E-361FBDF593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5763" y="1589088"/>
            <a:ext cx="6083300" cy="350996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2F2F2F"/>
                </a:solidFill>
                <a:latin typeface="Montserrat Medium" panose="00000600000000000000" pitchFamily="2" charset="0"/>
              </a:defRPr>
            </a:lvl1pPr>
            <a:lvl2pPr>
              <a:buClr>
                <a:srgbClr val="DA8700"/>
              </a:buClr>
              <a:defRPr sz="1800">
                <a:solidFill>
                  <a:srgbClr val="2F2F2F"/>
                </a:solidFill>
                <a:latin typeface="Montserrat Medium" panose="00000600000000000000" pitchFamily="2" charset="0"/>
              </a:defRPr>
            </a:lvl2pPr>
            <a:lvl3pPr>
              <a:buClr>
                <a:srgbClr val="DA8700"/>
              </a:buClr>
              <a:defRPr sz="1600">
                <a:solidFill>
                  <a:srgbClr val="2F2F2F"/>
                </a:solidFill>
                <a:latin typeface="Montserrat Medium" panose="00000600000000000000" pitchFamily="2" charset="0"/>
              </a:defRPr>
            </a:lvl3pPr>
            <a:lvl4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4pPr>
            <a:lvl5pPr>
              <a:buClr>
                <a:srgbClr val="DA8700"/>
              </a:buClr>
              <a:defRPr sz="1400">
                <a:solidFill>
                  <a:srgbClr val="2F2F2F"/>
                </a:solidFill>
                <a:latin typeface="Montserrat Medium" panose="00000600000000000000" pitchFamily="2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A87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E224BBA1-9A45-4024-9080-A25E3577FB7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54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/Chart Slide (Dark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GRAPH/CHART SLIDE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chemeClr val="bg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chemeClr val="bg2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236" y="2099603"/>
            <a:ext cx="4168397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GRAPH TITLE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4D74D06-D734-4C44-92CD-342499F024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992734"/>
            <a:ext cx="4168397" cy="27503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2F9A67-7034-604D-AD9B-B35AFC1ED6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A7636A14-C5E3-49E2-AFE8-A5A9CD3D9F3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chemeClr val="bg2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22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/Chart Slide (Light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GRAPH/CHART SLIDE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rgbClr val="2F2F2F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236" y="2099603"/>
            <a:ext cx="4168397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GRAPH TITLE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4D74D06-D734-4C44-92CD-342499F024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992734"/>
            <a:ext cx="4168397" cy="27503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D3305E-BF19-374D-8E88-84A32F2C5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B728C974-7BA9-46AB-8F31-F5F8A60A72A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92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/Chart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GRAPH/CHART SLIDE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rgbClr val="2F2F2F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236" y="2099603"/>
            <a:ext cx="4168397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GRAPH TITLE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4D74D06-D734-4C44-92CD-342499F024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992734"/>
            <a:ext cx="4168397" cy="27503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D3305E-BF19-374D-8E88-84A32F2C5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2E58B8D-06C8-4A1D-BE7E-BEA4CA41584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070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ng Copy Slide (Dark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LONG COPY SLIDE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chemeClr val="bg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chemeClr val="bg2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chemeClr val="bg2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4215" y="1462047"/>
            <a:ext cx="6993549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MAIN TITLE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4D74D06-D734-4C44-92CD-342499F024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234241"/>
            <a:ext cx="4168397" cy="34648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2F9A67-7034-604D-AD9B-B35AFC1ED6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B90E4FB-2339-8E4B-81C8-BE6D3752E3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2320" y="2234242"/>
            <a:ext cx="4168397" cy="34648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B1BFA9-971E-8049-80B0-55D7E886CD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60525" y="2234241"/>
            <a:ext cx="2517239" cy="34648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 spc="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Small copy</a:t>
            </a:r>
            <a:endParaRPr lang="en-US" dirty="0"/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2D680352-BE72-431D-BC97-9E4E236F0BD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chemeClr val="bg2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349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ng Copy Slide (Light 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LONG COPY SLIDE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rgbClr val="2F2F2F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4215" y="1462047"/>
            <a:ext cx="6993549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MAIN TITLE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4D74D06-D734-4C44-92CD-342499F024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234241"/>
            <a:ext cx="4168397" cy="34648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B90E4FB-2339-8E4B-81C8-BE6D3752E3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2320" y="2234242"/>
            <a:ext cx="4168397" cy="34648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B1BFA9-971E-8049-80B0-55D7E886CD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60525" y="2234241"/>
            <a:ext cx="2517239" cy="34648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Small copy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92DDFB-566D-2F4D-BAFC-42FF7E3D4E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A7934F89-8ACA-4418-AE7A-E31EE99D0BB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639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ng Copy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BF6AF72-1175-224F-88EF-E6DBE06E46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236" y="1589243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LONG COPY SLIDE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Transforming</a:t>
            </a: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rgbClr val="2F2F2F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rgbClr val="2F2F2F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77CD6-A028-3E44-A050-A0B8A2F944C4}"/>
              </a:ext>
            </a:extLst>
          </p:cNvPr>
          <p:cNvSpPr txBox="1"/>
          <p:nvPr userDrawn="1"/>
        </p:nvSpPr>
        <p:spPr>
          <a:xfrm>
            <a:off x="4195763" y="6504753"/>
            <a:ext cx="380047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Proprietary and Confidential | 2020 | </a:t>
            </a:r>
            <a:r>
              <a:rPr lang="en-US" sz="750" b="0" i="0" dirty="0" err="1">
                <a:solidFill>
                  <a:srgbClr val="2F2F2F"/>
                </a:solidFill>
                <a:latin typeface="Montserrat" pitchFamily="2" charset="77"/>
              </a:rPr>
              <a:t>Ubisense</a:t>
            </a:r>
            <a:r>
              <a:rPr lang="en-US" sz="750" b="0" i="0" dirty="0">
                <a:solidFill>
                  <a:srgbClr val="2F2F2F"/>
                </a:solidFill>
                <a:latin typeface="Montserrat" pitchFamily="2" charset="77"/>
              </a:rPr>
              <a:t> Ltd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B634864-7430-284E-8F3A-E9052E596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4215" y="1462047"/>
            <a:ext cx="6993549" cy="685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MAIN TITLE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4D74D06-D734-4C44-92CD-342499F024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236" y="2234241"/>
            <a:ext cx="4168397" cy="34648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B90E4FB-2339-8E4B-81C8-BE6D3752E3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2320" y="2234242"/>
            <a:ext cx="4168397" cy="34648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 spc="0">
                <a:solidFill>
                  <a:srgbClr val="2F2F2F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Body copy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B1BFA9-971E-8049-80B0-55D7E886CD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60525" y="2234241"/>
            <a:ext cx="2517239" cy="34648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Small copy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92DDFB-566D-2F4D-BAFC-42FF7E3D4E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51825"/>
            <a:ext cx="1549867" cy="318402"/>
          </a:xfrm>
          <a:prstGeom prst="rect">
            <a:avLst/>
          </a:prstGeom>
        </p:spPr>
      </p:pic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8938AA67-07C7-434C-A9B2-76CF949BF0A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61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 Slide (Peo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7505C6A-A3C7-49F3-AAE9-A2C02FD5B5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C8E91B7-4565-CC43-B315-9FF083632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213A5B9-7DB7-C243-A1D4-7B0A1AE2F5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840" y="3551670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SECTION SUBHEAD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A78450A-9D12-C24D-9AE2-6DE60329D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142" y="2902491"/>
            <a:ext cx="4168397" cy="6853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0" i="0" spc="0">
                <a:solidFill>
                  <a:schemeClr val="bg2"/>
                </a:solidFill>
                <a:latin typeface="Josefin Sans" pitchFamily="2" charset="77"/>
              </a:defRPr>
            </a:lvl1pPr>
          </a:lstStyle>
          <a:p>
            <a:pPr lvl="0"/>
            <a:r>
              <a:rPr lang="en-GB" dirty="0"/>
              <a:t>SECTION BREAKER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F13171-F2E1-4B66-95AF-7F564A117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7712" y="-1"/>
            <a:ext cx="6114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07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 Slide (Peo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7505C6A-A3C7-49F3-AAE9-A2C02FD5B5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C8E91B7-4565-CC43-B315-9FF083632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213A5B9-7DB7-C243-A1D4-7B0A1AE2F5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840" y="3551670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SECTION SUBHEAD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A78450A-9D12-C24D-9AE2-6DE60329D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142" y="2902491"/>
            <a:ext cx="4168397" cy="6853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0" i="0" spc="0">
                <a:solidFill>
                  <a:schemeClr val="bg2"/>
                </a:solidFill>
                <a:latin typeface="Josefin Sans" pitchFamily="2" charset="77"/>
              </a:defRPr>
            </a:lvl1pPr>
          </a:lstStyle>
          <a:p>
            <a:pPr lvl="0"/>
            <a:r>
              <a:rPr lang="en-GB" dirty="0"/>
              <a:t>SECTION BREAKER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464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reak Slide (Peo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7505C6A-A3C7-49F3-AAE9-A2C02FD5B5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C8E91B7-4565-CC43-B315-9FF083632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213A5B9-7DB7-C243-A1D4-7B0A1AE2F5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840" y="3551670"/>
            <a:ext cx="4168397" cy="430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0">
                <a:solidFill>
                  <a:srgbClr val="DA8700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SECTION SUBHEAD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A78450A-9D12-C24D-9AE2-6DE60329D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142" y="2902491"/>
            <a:ext cx="4168397" cy="6853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0" i="0" spc="0">
                <a:solidFill>
                  <a:schemeClr val="bg2"/>
                </a:solidFill>
                <a:latin typeface="Josefin Sans" pitchFamily="2" charset="77"/>
              </a:defRPr>
            </a:lvl1pPr>
          </a:lstStyle>
          <a:p>
            <a:pPr lvl="0"/>
            <a:r>
              <a:rPr lang="en-GB" dirty="0"/>
              <a:t>SECTION BREAKER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21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4AD05BE-448E-403D-9240-19F6B69936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0992050" y="6504752"/>
            <a:ext cx="698634" cy="207749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rgbClr val="2F2F2F"/>
                </a:solidFill>
                <a:latin typeface="Montserrat" panose="00000500000000000000" pitchFamily="2" charset="0"/>
              </a:defRPr>
            </a:lvl1pPr>
          </a:lstStyle>
          <a:p>
            <a:fld id="{C760B807-372B-40D1-B051-FB049A530BD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D9F21-758E-1846-8847-C4D294352438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3B4ED-D4C5-0940-82E3-54C3C05C7B4E}"/>
              </a:ext>
            </a:extLst>
          </p:cNvPr>
          <p:cNvSpPr txBox="1"/>
          <p:nvPr userDrawn="1"/>
        </p:nvSpPr>
        <p:spPr>
          <a:xfrm>
            <a:off x="8602078" y="421978"/>
            <a:ext cx="472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Transforming </a:t>
            </a:r>
            <a:r>
              <a:rPr lang="en-GB" sz="1000" b="0" i="0" dirty="0">
                <a:solidFill>
                  <a:srgbClr val="DA8700"/>
                </a:solidFill>
                <a:latin typeface="Montserrat" pitchFamily="2" charset="77"/>
              </a:rPr>
              <a:t>Physical Space</a:t>
            </a:r>
            <a:r>
              <a:rPr lang="en-GB" sz="1000" b="0" i="0" dirty="0">
                <a:solidFill>
                  <a:schemeClr val="bg2"/>
                </a:solidFill>
                <a:latin typeface="Montserrat" pitchFamily="2" charset="77"/>
              </a:rPr>
              <a:t> into</a:t>
            </a:r>
            <a:r>
              <a:rPr lang="en-GB" sz="1000" b="1" i="0" dirty="0">
                <a:solidFill>
                  <a:schemeClr val="bg2"/>
                </a:solidFill>
                <a:latin typeface="Montserrat" pitchFamily="2" charset="77"/>
              </a:rPr>
              <a:t> </a:t>
            </a:r>
            <a:r>
              <a:rPr lang="en-GB" sz="1000" b="1" i="0" dirty="0" err="1">
                <a:solidFill>
                  <a:srgbClr val="DA8700"/>
                </a:solidFill>
                <a:latin typeface="Montserrat SemiBold" pitchFamily="2" charset="77"/>
              </a:rPr>
              <a:t>SmartSpace</a:t>
            </a:r>
            <a:endParaRPr lang="en-US" sz="1000" b="1" i="0" dirty="0">
              <a:solidFill>
                <a:srgbClr val="DA8700"/>
              </a:solidFill>
              <a:latin typeface="Montserrat SemiBold" pitchFamily="2" charset="77"/>
            </a:endParaRPr>
          </a:p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C8E91B7-4565-CC43-B315-9FF083632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52" y="442292"/>
            <a:ext cx="1549867" cy="318402"/>
          </a:xfrm>
          <a:prstGeom prst="rect">
            <a:avLst/>
          </a:prstGeom>
        </p:spPr>
      </p:pic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213A5B9-7DB7-C243-A1D4-7B0A1AE2F5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840" y="5129560"/>
            <a:ext cx="4168397" cy="136075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100" b="0" i="0" spc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GB" dirty="0"/>
              <a:t>Contact info</a:t>
            </a:r>
            <a:br>
              <a:rPr lang="en-GB" dirty="0"/>
            </a:br>
            <a:r>
              <a:rPr lang="en-GB" dirty="0"/>
              <a:t>Contact info</a:t>
            </a:r>
            <a:br>
              <a:rPr lang="en-GB" dirty="0"/>
            </a:br>
            <a:r>
              <a:rPr lang="en-GB" dirty="0"/>
              <a:t>Contact info</a:t>
            </a:r>
            <a:br>
              <a:rPr lang="en-GB" dirty="0"/>
            </a:br>
            <a:r>
              <a:rPr lang="en-GB" dirty="0"/>
              <a:t>Contact info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A78450A-9D12-C24D-9AE2-6DE60329D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142" y="2902491"/>
            <a:ext cx="4168397" cy="6853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0" i="0" spc="0">
                <a:solidFill>
                  <a:schemeClr val="bg2"/>
                </a:solidFill>
                <a:latin typeface="Josefin Sans" pitchFamily="2" charset="77"/>
              </a:defRPr>
            </a:lvl1pPr>
          </a:lstStyle>
          <a:p>
            <a:pPr lvl="0"/>
            <a:r>
              <a:rPr lang="en-GB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7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51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88" r:id="rId2"/>
    <p:sldLayoutId id="2147483686" r:id="rId3"/>
    <p:sldLayoutId id="2147483685" r:id="rId4"/>
    <p:sldLayoutId id="2147483684" r:id="rId5"/>
    <p:sldLayoutId id="2147483656" r:id="rId6"/>
    <p:sldLayoutId id="2147483657" r:id="rId7"/>
    <p:sldLayoutId id="2147483687" r:id="rId8"/>
    <p:sldLayoutId id="2147483667" r:id="rId9"/>
    <p:sldLayoutId id="2147483669" r:id="rId10"/>
    <p:sldLayoutId id="2147483668" r:id="rId11"/>
    <p:sldLayoutId id="2147483670" r:id="rId12"/>
    <p:sldLayoutId id="2147483671" r:id="rId13"/>
    <p:sldLayoutId id="2147483672" r:id="rId14"/>
    <p:sldLayoutId id="2147483678" r:id="rId15"/>
    <p:sldLayoutId id="2147483689" r:id="rId16"/>
    <p:sldLayoutId id="2147483690" r:id="rId17"/>
    <p:sldLayoutId id="2147483681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E1B728-BA85-4984-99C1-55AD91A02CE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760B807-372B-40D1-B051-FB049A530BDA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523B6E-9F16-45B3-9D45-54AE1D9A8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 smtClean="0"/>
              <a:t>Moorfields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1F7EBB-9B1A-45D2-AD18-24752DFE3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smtClean="0"/>
              <a:t>Site Iterations with coordinates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59A1FF-368A-42E2-9462-EB1E536116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17</a:t>
            </a:r>
            <a:r>
              <a:rPr lang="en-GB" dirty="0" smtClean="0"/>
              <a:t>th </a:t>
            </a:r>
            <a:r>
              <a:rPr lang="en-GB" dirty="0" smtClean="0"/>
              <a:t>Feb </a:t>
            </a:r>
            <a:r>
              <a:rPr lang="en-GB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12986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414236" y="943791"/>
            <a:ext cx="10550018" cy="685334"/>
          </a:xfrm>
        </p:spPr>
        <p:txBody>
          <a:bodyPr/>
          <a:lstStyle/>
          <a:p>
            <a:r>
              <a:rPr lang="en-GB" dirty="0"/>
              <a:t>Phase 3 – Current Phase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760B807-372B-40D1-B051-FB049A530BDA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1731208"/>
            <a:ext cx="8324850" cy="50582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520" y="5433060"/>
            <a:ext cx="148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0,0 Coordinates</a:t>
            </a:r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2377440" y="5600700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endCxn id="5" idx="2"/>
          </p:cNvCxnSpPr>
          <p:nvPr/>
        </p:nvCxnSpPr>
        <p:spPr>
          <a:xfrm>
            <a:off x="857250" y="5600700"/>
            <a:ext cx="1520190" cy="68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56095" y="1876764"/>
            <a:ext cx="1684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34.441,18.209 Coordinates</a:t>
            </a:r>
            <a:endParaRPr lang="en-GB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729788" y="1790700"/>
            <a:ext cx="685073" cy="193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36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4" y="1309347"/>
            <a:ext cx="8327023" cy="548007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414236" y="943791"/>
            <a:ext cx="10550018" cy="685334"/>
          </a:xfrm>
        </p:spPr>
        <p:txBody>
          <a:bodyPr/>
          <a:lstStyle/>
          <a:p>
            <a:r>
              <a:rPr lang="en-GB" dirty="0"/>
              <a:t>Phase </a:t>
            </a:r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760B807-372B-40D1-B051-FB049A530BD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50520" y="5433060"/>
            <a:ext cx="148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0,0 Coordinates</a:t>
            </a:r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2202160" y="5401896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857250" y="5460206"/>
            <a:ext cx="1404938" cy="140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56095" y="1876764"/>
            <a:ext cx="1684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34.441,18.209 Coordinates</a:t>
            </a:r>
            <a:endParaRPr lang="en-GB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918700" y="1416050"/>
            <a:ext cx="496162" cy="567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2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1511692"/>
            <a:ext cx="8181975" cy="5303241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414236" y="943791"/>
            <a:ext cx="10550018" cy="685334"/>
          </a:xfrm>
        </p:spPr>
        <p:txBody>
          <a:bodyPr/>
          <a:lstStyle/>
          <a:p>
            <a:r>
              <a:rPr lang="en-GB" dirty="0"/>
              <a:t>Phase </a:t>
            </a:r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760B807-372B-40D1-B051-FB049A530BDA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50520" y="5433060"/>
            <a:ext cx="148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0,0 Coordinates</a:t>
            </a:r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2343150" y="5463540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857250" y="5532120"/>
            <a:ext cx="1520190" cy="68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56095" y="1876764"/>
            <a:ext cx="1684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34.441,18.209 Coordinates</a:t>
            </a:r>
            <a:endParaRPr lang="en-GB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860280" y="1569720"/>
            <a:ext cx="554582" cy="414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8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DA863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8813FE3-6895-4D40-9F9D-97AA24D52200}" vid="{EF685D22-64F2-4F46-B175-AA46FE9D36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FF6113054FA4292597FF9FBA58428" ma:contentTypeVersion="13" ma:contentTypeDescription="Create a new document." ma:contentTypeScope="" ma:versionID="1c2cc10782ad0736ac15aabca7334733">
  <xsd:schema xmlns:xsd="http://www.w3.org/2001/XMLSchema" xmlns:xs="http://www.w3.org/2001/XMLSchema" xmlns:p="http://schemas.microsoft.com/office/2006/metadata/properties" xmlns:ns2="d0330dfc-f26d-403c-9a5b-94a57327faa1" xmlns:ns3="ebe0f266-55cc-4ff6-96fb-8d91fb2fea66" targetNamespace="http://schemas.microsoft.com/office/2006/metadata/properties" ma:root="true" ma:fieldsID="b1bb6d1639f46965ddda420e0cec1561" ns2:_="" ns3:_="">
    <xsd:import namespace="d0330dfc-f26d-403c-9a5b-94a57327faa1"/>
    <xsd:import namespace="ebe0f266-55cc-4ff6-96fb-8d91fb2fea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30dfc-f26d-403c-9a5b-94a57327fa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0f266-55cc-4ff6-96fb-8d91fb2fea6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F2A2C8-38E3-41FD-80E6-AAE889D791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1836F-B79E-49D2-8A99-099ACD38A7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330dfc-f26d-403c-9a5b-94a57327faa1"/>
    <ds:schemaRef ds:uri="ebe0f266-55cc-4ff6-96fb-8d91fb2fea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B4E576-C43D-48F5-8438-C0F10DF49AB3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d0330dfc-f26d-403c-9a5b-94a57327faa1"/>
    <ds:schemaRef ds:uri="http://purl.org/dc/terms/"/>
    <ds:schemaRef ds:uri="http://schemas.microsoft.com/office/infopath/2007/PartnerControls"/>
    <ds:schemaRef ds:uri="ebe0f266-55cc-4ff6-96fb-8d91fb2fea6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Ubisense Presentation2</Template>
  <TotalTime>20982</TotalTime>
  <Words>33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Montserrat</vt:lpstr>
      <vt:lpstr>Calibri</vt:lpstr>
      <vt:lpstr>Josefin Sans</vt:lpstr>
      <vt:lpstr>Arial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bevan@bcwalsh.com</dc:creator>
  <cp:lastModifiedBy>Tom Blair</cp:lastModifiedBy>
  <cp:revision>699</cp:revision>
  <dcterms:created xsi:type="dcterms:W3CDTF">2020-10-11T17:54:44Z</dcterms:created>
  <dcterms:modified xsi:type="dcterms:W3CDTF">2022-02-17T16:53:46Z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0x010100CDCFF6113054FA4292597FF9FBA58428</vt:lpwstr>
  </property>
</Properties>
</file>